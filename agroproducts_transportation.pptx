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801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Introduce the project title and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 handled: coffee, pepper, ginger, cashew nuts, turmeric, cotton, groundnuts, green chillies.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live demo of the project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nspiring-hamster-4ec1f7.netlify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Sce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Panel"/>
          <p:cNvSpPr/>
          <p:nvPr/>
        </p:nvSpPr>
        <p:spPr>
          <a:xfrm>
            <a:off x="0" y="0"/>
            <a:ext cx="9144000" cy="2651760"/>
          </a:xfrm>
          <a:prstGeom prst="rect">
            <a:avLst/>
          </a:prstGeom>
          <a:solidFill>
            <a:srgbClr val="1B4332">
              <a:alpha val="8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48640" y="502920"/>
            <a:ext cx="822960" cy="6400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4A261"/>
                </a:solidFill>
              </a:rPr>
              <a:t>MINI PROJECT</a:t>
            </a:r>
            <a:endParaRPr lang="en-US" sz="1300" dirty="0"/>
          </a:p>
        </p:txBody>
      </p:sp>
      <p:sp>
        <p:nvSpPr>
          <p:cNvPr id="6" name="Title"/>
          <p:cNvSpPr txBox="1"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Agro Products Transportation System</a:t>
            </a:r>
            <a:endParaRPr lang="en-US" sz="3800" dirty="0"/>
          </a:p>
        </p:txBody>
      </p:sp>
      <p:sp>
        <p:nvSpPr>
          <p:cNvPr id="7" name="NamePill"/>
          <p:cNvSpPr/>
          <p:nvPr/>
        </p:nvSpPr>
        <p:spPr>
          <a:xfrm>
            <a:off x="548640" y="201168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AuthorName"/>
          <p:cNvSpPr txBox="1"/>
          <p:nvPr/>
        </p:nvSpPr>
        <p:spPr>
          <a:xfrm>
            <a:off x="54864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8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L. Bindulatha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65760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8F3DC"/>
                </a:solidFill>
              </a:rPr>
              <a:t>Farm to market, delivered fresh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HeaderAccent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1097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1"/>
                </a:solidFill>
              </a:rPr>
              <a:t>Agro Products Transportation System  |  L. Bindulatha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332"/>
                </a:solidFill>
              </a:rPr>
              <a:t>Farmers grow valuable crops, but getting them to buyers on time is a challenge.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600" dirty="0">
                <a:solidFill>
                  <a:srgbClr val="14281D"/>
                </a:solidFill>
              </a:rPr>
              <a:t> 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4281D"/>
                </a:solidFill>
              </a:rPr>
              <a:t>The Agro Products Transportation System is a web application that connects farmers, transporters and buyers to plan and track the movement of produce.</a:t>
            </a:r>
            <a:endParaRPr lang="en-US" sz="1500" dirty="0"/>
          </a:p>
        </p:txBody>
      </p:sp>
      <p:pic>
        <p:nvPicPr>
          <p:cNvPr id="8" name="RoadScene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3154680"/>
            <a:ext cx="4023360" cy="960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46320" y="118872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F3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956048" y="1344168"/>
            <a:ext cx="475488" cy="475488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4356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04688" y="13441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Coffee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949440" y="118872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F3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059168" y="1344168"/>
            <a:ext cx="475488" cy="47548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143560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607808" y="13441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Pepper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846320" y="2084832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F3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4956048" y="2240280"/>
            <a:ext cx="475488" cy="475488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2331720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04688" y="22402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Ginger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949440" y="2084832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F3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7059168" y="2240280"/>
            <a:ext cx="475488" cy="47548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2331720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607808" y="22402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Cashew Nuts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4846320" y="2980944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F3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19"/>
          <p:cNvSpPr/>
          <p:nvPr/>
        </p:nvSpPr>
        <p:spPr>
          <a:xfrm>
            <a:off x="4956048" y="3136392"/>
            <a:ext cx="475488" cy="475488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227832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504688" y="31363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Turmeric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6949440" y="2980944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F3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2"/>
          <p:cNvSpPr/>
          <p:nvPr/>
        </p:nvSpPr>
        <p:spPr>
          <a:xfrm>
            <a:off x="7059168" y="3136392"/>
            <a:ext cx="475488" cy="47548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608" y="3227832"/>
            <a:ext cx="292608" cy="29260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607808" y="31363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Cotton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4846320" y="3877056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F3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5"/>
          <p:cNvSpPr/>
          <p:nvPr/>
        </p:nvSpPr>
        <p:spPr>
          <a:xfrm>
            <a:off x="4956048" y="4032504"/>
            <a:ext cx="475488" cy="475488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7488" y="4123944"/>
            <a:ext cx="292608" cy="29260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5504688" y="40325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Groundnuts</a:t>
            </a:r>
            <a:endParaRPr lang="en-US" sz="1300" dirty="0"/>
          </a:p>
        </p:txBody>
      </p:sp>
      <p:sp>
        <p:nvSpPr>
          <p:cNvPr id="37" name="Shape 27"/>
          <p:cNvSpPr/>
          <p:nvPr/>
        </p:nvSpPr>
        <p:spPr>
          <a:xfrm>
            <a:off x="6949440" y="3877056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F3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28"/>
          <p:cNvSpPr/>
          <p:nvPr/>
        </p:nvSpPr>
        <p:spPr>
          <a:xfrm>
            <a:off x="7059168" y="4032504"/>
            <a:ext cx="475488" cy="47548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4123944"/>
            <a:ext cx="292608" cy="292608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607808" y="40325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Green Chillies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HeaderAccent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1097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1"/>
                </a:solidFill>
              </a:rPr>
              <a:t>Agro Products Transportation System  |  L. Bindulatha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</a:rPr>
              <a:t>Agro products move through a slow, manual and unorganised transport process.</a:t>
            </a:r>
            <a:endParaRPr lang="en-US" sz="1600" dirty="0"/>
          </a:p>
        </p:txBody>
      </p:sp>
      <p:sp>
        <p:nvSpPr>
          <p:cNvPr id="8" name="ProblemCard"/>
          <p:cNvSpPr/>
          <p:nvPr/>
        </p:nvSpPr>
        <p:spPr>
          <a:xfrm>
            <a:off x="457200" y="178308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64008" cy="4572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945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40080" y="2834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4747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1"/>
                </a:solidFill>
              </a:rPr>
              <a:t>Perishables like green chillies spoil when delivery is late.</a:t>
            </a:r>
            <a:endParaRPr lang="en-US" sz="1200" dirty="0"/>
          </a:p>
        </p:txBody>
      </p:sp>
      <p:sp>
        <p:nvSpPr>
          <p:cNvPr id="14" name="ProblemCard"/>
          <p:cNvSpPr/>
          <p:nvPr/>
        </p:nvSpPr>
        <p:spPr>
          <a:xfrm>
            <a:off x="2560320" y="178308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2560320" y="1874520"/>
            <a:ext cx="64008" cy="4572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2743200" y="2011680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219456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743200" y="2834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records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2743200" y="34747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1"/>
                </a:solidFill>
              </a:rPr>
              <a:t>Paper and phone-call bookings cause errors and lost data.</a:t>
            </a:r>
            <a:endParaRPr lang="en-US" sz="1200" dirty="0"/>
          </a:p>
        </p:txBody>
      </p:sp>
      <p:sp>
        <p:nvSpPr>
          <p:cNvPr id="20" name="ProblemCard"/>
          <p:cNvSpPr/>
          <p:nvPr/>
        </p:nvSpPr>
        <p:spPr>
          <a:xfrm>
            <a:off x="4663440" y="178308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4663440" y="1874520"/>
            <a:ext cx="64008" cy="4572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4846320" y="2011680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19456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846320" y="2834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coordination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4846320" y="34747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1"/>
                </a:solidFill>
              </a:rPr>
              <a:t>Farmers, transporters and buyers lack one common platform.</a:t>
            </a:r>
            <a:endParaRPr lang="en-US" sz="1200" dirty="0"/>
          </a:p>
        </p:txBody>
      </p:sp>
      <p:sp>
        <p:nvSpPr>
          <p:cNvPr id="26" name="ProblemCard"/>
          <p:cNvSpPr/>
          <p:nvPr/>
        </p:nvSpPr>
        <p:spPr>
          <a:xfrm>
            <a:off x="6766560" y="178308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6766560" y="1874520"/>
            <a:ext cx="64008" cy="4572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6949440" y="2011680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2194560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949440" y="2834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 visibility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6949440" y="34747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1"/>
                </a:solidFill>
              </a:rPr>
              <a:t>Order status and transport costs are hard to track.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HeaderAccent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1097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1"/>
                </a:solidFill>
              </a:rPr>
              <a:t>Agro Products Transportation System  |  L. Bindulatha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</a:rPr>
              <a:t>A simple web system to book, assign and track every agro delivery in one place.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1737360"/>
            <a:ext cx="822960" cy="822960"/>
          </a:xfrm>
          <a:prstGeom prst="ellipse">
            <a:avLst/>
          </a:prstGeom>
          <a:solidFill>
            <a:srgbClr val="2D6A4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965960"/>
            <a:ext cx="365760" cy="365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965960" y="2011680"/>
            <a:ext cx="548640" cy="274320"/>
          </a:xfrm>
          <a:prstGeom prst="rightArrow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45720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Farmer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1"/>
                </a:solidFill>
              </a:rPr>
              <a:t>Adds produce &amp; quantity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08960" y="1737360"/>
            <a:ext cx="822960" cy="822960"/>
          </a:xfrm>
          <a:prstGeom prst="ellipse">
            <a:avLst/>
          </a:prstGeom>
          <a:solidFill>
            <a:srgbClr val="2D6A4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965960"/>
            <a:ext cx="36576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069080" y="2011680"/>
            <a:ext cx="548640" cy="274320"/>
          </a:xfrm>
          <a:prstGeom prst="rightArrow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 txBox="1"/>
          <p:nvPr/>
        </p:nvSpPr>
        <p:spPr>
          <a:xfrm>
            <a:off x="256032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256032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1"/>
                </a:solidFill>
              </a:rPr>
              <a:t>Transport request created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212080" y="1737360"/>
            <a:ext cx="822960" cy="822960"/>
          </a:xfrm>
          <a:prstGeom prst="ellipse">
            <a:avLst/>
          </a:prstGeom>
          <a:solidFill>
            <a:srgbClr val="F4A261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965960"/>
            <a:ext cx="365760" cy="36576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172200" y="2011680"/>
            <a:ext cx="548640" cy="274320"/>
          </a:xfrm>
          <a:prstGeom prst="rightArrow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 txBox="1"/>
          <p:nvPr/>
        </p:nvSpPr>
        <p:spPr>
          <a:xfrm>
            <a:off x="466344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466344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1"/>
                </a:solidFill>
              </a:rPr>
              <a:t>Truck assigned &amp; dispatched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315200" y="1737360"/>
            <a:ext cx="822960" cy="822960"/>
          </a:xfrm>
          <a:prstGeom prst="ellipse">
            <a:avLst/>
          </a:prstGeom>
          <a:solidFill>
            <a:srgbClr val="2D6A4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9659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76656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676656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1"/>
                </a:solidFill>
              </a:rPr>
              <a:t>Buyer receives &amp; status updates</a:t>
            </a:r>
            <a:endParaRPr lang="en-US" sz="1200" dirty="0"/>
          </a:p>
        </p:txBody>
      </p:sp>
      <p:pic>
        <p:nvPicPr>
          <p:cNvPr id="27" name="DeliveryScene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7200" y="3611880"/>
            <a:ext cx="8229600" cy="10972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HeaderAccent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1097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1"/>
                </a:solidFill>
              </a:rPr>
              <a:t>Agro Products Transportation System  |  L. Bindulatha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1737360" cy="7315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0120" y="1645920"/>
            <a:ext cx="914400" cy="9144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1892808"/>
            <a:ext cx="420624" cy="4206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HTML5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1546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1"/>
                </a:solidFill>
              </a:rPr>
              <a:t>Structure of pages, forms and tables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560320" y="128016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651760" y="1280160"/>
            <a:ext cx="1737360" cy="73152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063240" y="1645920"/>
            <a:ext cx="914400" cy="91440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892808"/>
            <a:ext cx="420624" cy="42062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65176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CSS3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2743200" y="31546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1"/>
                </a:solidFill>
              </a:rPr>
              <a:t>Responsive layout, colours and animations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663440" y="128016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4754880" y="1280160"/>
            <a:ext cx="1737360" cy="73152"/>
          </a:xfrm>
          <a:prstGeom prst="rect">
            <a:avLst/>
          </a:prstGeom>
          <a:solidFill>
            <a:srgbClr val="E9B8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166360" y="1645920"/>
            <a:ext cx="914400" cy="914400"/>
          </a:xfrm>
          <a:prstGeom prst="ellipse">
            <a:avLst/>
          </a:prstGeom>
          <a:solidFill>
            <a:srgbClr val="E9B82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892808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75488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4846320" y="31546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1"/>
                </a:solidFill>
              </a:rPr>
              <a:t>Logic, validation and dynamic updates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766560" y="1280160"/>
            <a:ext cx="1920240" cy="31089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6858000" y="1280160"/>
            <a:ext cx="1737360" cy="73152"/>
          </a:xfrm>
          <a:prstGeom prst="rect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7269480" y="1645920"/>
            <a:ext cx="914400" cy="914400"/>
          </a:xfrm>
          <a:prstGeom prst="ellipse">
            <a:avLst/>
          </a:prstGeom>
          <a:solidFill>
            <a:srgbClr val="40916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1892808"/>
            <a:ext cx="420624" cy="42062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85800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Storage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6949440" y="31546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61"/>
                </a:solidFill>
              </a:rPr>
              <a:t>Saves orders in the browser, no server needed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HeaderAccent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Features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1097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1"/>
                </a:solidFill>
              </a:rPr>
              <a:t>Agro Products Transportation System  |  L. Bindulatha</a:t>
            </a:r>
            <a:endParaRPr lang="en-US" sz="900" dirty="0"/>
          </a:p>
        </p:txBody>
      </p:sp>
      <p:sp>
        <p:nvSpPr>
          <p:cNvPr id="7" name="FeatureCard"/>
          <p:cNvSpPr/>
          <p:nvPr/>
        </p:nvSpPr>
        <p:spPr>
          <a:xfrm>
            <a:off x="457200" y="11887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49047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8016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catalogue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011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61"/>
                </a:solidFill>
              </a:rPr>
              <a:t>Coffee, pepper, ginger, cashew, turmeric, cotton, groundnuts, green chillies</a:t>
            </a:r>
            <a:endParaRPr lang="en-US" sz="1150" dirty="0"/>
          </a:p>
        </p:txBody>
      </p:sp>
      <p:sp>
        <p:nvSpPr>
          <p:cNvPr id="12" name="FeatureCard"/>
          <p:cNvSpPr/>
          <p:nvPr/>
        </p:nvSpPr>
        <p:spPr>
          <a:xfrm>
            <a:off x="3246120" y="11887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429000" y="137160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149047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06908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booking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429000" y="2011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61"/>
                </a:solidFill>
              </a:rPr>
              <a:t>Add produce, quantity and destination</a:t>
            </a:r>
            <a:endParaRPr lang="en-US" sz="1150" dirty="0"/>
          </a:p>
        </p:txBody>
      </p:sp>
      <p:sp>
        <p:nvSpPr>
          <p:cNvPr id="17" name="FeatureCard"/>
          <p:cNvSpPr/>
          <p:nvPr/>
        </p:nvSpPr>
        <p:spPr>
          <a:xfrm>
            <a:off x="6035040" y="118872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217920" y="137160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49047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858000" y="13716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allocation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011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61"/>
                </a:solidFill>
              </a:rPr>
              <a:t>Assign trucks to each order</a:t>
            </a:r>
            <a:endParaRPr lang="en-US" sz="1150" dirty="0"/>
          </a:p>
        </p:txBody>
      </p:sp>
      <p:sp>
        <p:nvSpPr>
          <p:cNvPr id="22" name="FeatureCard"/>
          <p:cNvSpPr/>
          <p:nvPr/>
        </p:nvSpPr>
        <p:spPr>
          <a:xfrm>
            <a:off x="457200" y="29718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327355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80160" y="3154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tracking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3794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61"/>
                </a:solidFill>
              </a:rPr>
              <a:t>Pending, in transit, delivered</a:t>
            </a:r>
            <a:endParaRPr lang="en-US" sz="1150" dirty="0"/>
          </a:p>
        </p:txBody>
      </p:sp>
      <p:sp>
        <p:nvSpPr>
          <p:cNvPr id="27" name="FeatureCard"/>
          <p:cNvSpPr/>
          <p:nvPr/>
        </p:nvSpPr>
        <p:spPr>
          <a:xfrm>
            <a:off x="3246120" y="29718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3429000" y="315468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872" y="3273552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069080" y="3154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Saved data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3429000" y="3794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61"/>
                </a:solidFill>
              </a:rPr>
              <a:t>Orders stay after refresh via local storage</a:t>
            </a:r>
            <a:endParaRPr lang="en-US" sz="1150" dirty="0"/>
          </a:p>
        </p:txBody>
      </p:sp>
      <p:sp>
        <p:nvSpPr>
          <p:cNvPr id="32" name="FeatureCard"/>
          <p:cNvSpPr/>
          <p:nvPr/>
        </p:nvSpPr>
        <p:spPr>
          <a:xfrm>
            <a:off x="6035040" y="29718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6"/>
          <p:cNvSpPr/>
          <p:nvPr/>
        </p:nvSpPr>
        <p:spPr>
          <a:xfrm>
            <a:off x="6217920" y="315468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6792" y="3273552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858000" y="3154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UI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6217920" y="3794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61"/>
                </a:solidFill>
              </a:rPr>
              <a:t>Works on phone, tablet and PC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955280" y="2743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BrowserMock"/>
          <p:cNvSpPr/>
          <p:nvPr/>
        </p:nvSpPr>
        <p:spPr>
          <a:xfrm>
            <a:off x="457200" y="1371600"/>
            <a:ext cx="4846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846320" cy="36576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0" y="1499616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97280" y="1499616"/>
            <a:ext cx="109728" cy="109728"/>
          </a:xfrm>
          <a:prstGeom prst="ellipse">
            <a:avLst/>
          </a:prstGeom>
          <a:solidFill>
            <a:srgbClr val="E9B8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280160" y="1499616"/>
            <a:ext cx="109728" cy="109728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463040" y="1444752"/>
            <a:ext cx="356616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4846320" cy="2834640"/>
          </a:xfrm>
          <a:prstGeom prst="rect">
            <a:avLst/>
          </a:prstGeom>
          <a:solidFill>
            <a:srgbClr val="F1F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31520" y="2011680"/>
            <a:ext cx="4297680" cy="2286000"/>
          </a:xfrm>
          <a:prstGeom prst="rect">
            <a:avLst/>
          </a:prstGeom>
          <a:solidFill>
            <a:srgbClr val="F1F8F3"/>
          </a:solidFill>
          <a:ln w="19050">
            <a:solidFill>
              <a:srgbClr val="52B78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31520" y="2926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D6A4F"/>
                </a:solidFill>
              </a:rPr>
              <a:t>Insert project screenshot here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0" y="14173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6692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8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371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Open index.html in the browser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0" y="2075688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66928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8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0299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Add a product and quantity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2734056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669280" y="23431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8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68833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Create a transport booking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0" y="3392424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66928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8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334670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Assign a truck and update status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0" y="4050792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566928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8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4005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Refresh: data stays saved</a:t>
            </a: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367D0CE-9DAA-6471-C038-88EF752B2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67938"/>
            <a:ext cx="4846320" cy="348577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HeaderAccent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955280" y="1097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61"/>
                </a:solidFill>
              </a:rPr>
              <a:t>Agro Products Transportation System  |  L. Bindulatha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4332"/>
                </a:solidFill>
              </a:rPr>
              <a:t>The Agro Products Transportation System makes moving farm produce organised, faster and easy to track.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600" dirty="0">
                <a:solidFill>
                  <a:srgbClr val="14281D"/>
                </a:solidFill>
              </a:rPr>
              <a:t> 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81D"/>
                </a:solidFill>
              </a:rPr>
              <a:t>Built with HTML, CSS, JavaScript and local storage.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81D"/>
                </a:solidFill>
              </a:rPr>
              <a:t>Handles eight key crops from farm to buyer.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81D"/>
                </a:solidFill>
              </a:rPr>
              <a:t>Future scope: GPS tracking, online payments, database backend.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2926080" cy="64008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57200" y="3657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28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2200" dirty="0"/>
          </a:p>
        </p:txBody>
      </p:sp>
      <p:pic>
        <p:nvPicPr>
          <p:cNvPr id="10" name="ClosingScene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37760" y="1188720"/>
            <a:ext cx="3749040" cy="31089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3109EA-ABDB-0ADF-59B2-01B814CDEFB9}"/>
              </a:ext>
            </a:extLst>
          </p:cNvPr>
          <p:cNvSpPr txBox="1"/>
          <p:nvPr/>
        </p:nvSpPr>
        <p:spPr>
          <a:xfrm>
            <a:off x="3063241" y="4458700"/>
            <a:ext cx="4399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linkClick r:id="rId4"/>
              </a:rPr>
              <a:t>https://inspiring-hamster-4ec1f7.netlify.app/</a:t>
            </a:r>
            <a:endParaRPr lang="en-IN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AgroLogistics">
  <a:themeElements>
    <a:clrScheme name="AgroLogistics">
      <a:dk1>
        <a:srgbClr val="14281D"/>
      </a:dk1>
      <a:lt1>
        <a:srgbClr val="FFFFFF"/>
      </a:lt1>
      <a:dk2>
        <a:srgbClr val="1B4332"/>
      </a:dk2>
      <a:lt2>
        <a:srgbClr val="FAF6EE"/>
      </a:lt2>
      <a:accent1>
        <a:srgbClr val="2D6A4F"/>
      </a:accent1>
      <a:accent2>
        <a:srgbClr val="52B788"/>
      </a:accent2>
      <a:accent3>
        <a:srgbClr val="F4A261"/>
      </a:accent3>
      <a:accent4>
        <a:srgbClr val="E9B824"/>
      </a:accent4>
      <a:accent5>
        <a:srgbClr val="E76F51"/>
      </a:accent5>
      <a:accent6>
        <a:srgbClr val="40916C"/>
      </a:accent6>
      <a:hlink>
        <a:srgbClr val="2D6A4F"/>
      </a:hlink>
      <a:folHlink>
        <a:srgbClr val="5B6B61"/>
      </a:folHlink>
    </a:clrScheme>
    <a:fontScheme name="AgroLogistic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467</Words>
  <Application>Microsoft Office PowerPoint</Application>
  <PresentationFormat>On-screen Show (16:9)</PresentationFormat>
  <Paragraphs>102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Georgia</vt:lpstr>
      <vt:lpstr>AgroLogistics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 Products Transportation System</dc:title>
  <dc:subject>PptxGenJS Presentation</dc:subject>
  <dc:creator>L. Bindulatha</dc:creator>
  <cp:lastModifiedBy>Aarohan</cp:lastModifiedBy>
  <cp:revision>3</cp:revision>
  <dcterms:created xsi:type="dcterms:W3CDTF">2026-10-04T13:19:40Z</dcterms:created>
  <dcterms:modified xsi:type="dcterms:W3CDTF">2026-10-05T07:31:45Z</dcterms:modified>
</cp:coreProperties>
</file>